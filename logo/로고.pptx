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3A5C"/>
    <a:srgbClr val="1C51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CAB260-87CB-9075-1050-48EE27F871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16EE07-1B4E-46A3-5F5B-1C8F7B3B4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A206AC-DA12-D859-F0AC-8BC9DA9A9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EC5F-BA52-4C97-AA31-E4A02F7FE3A3}" type="datetimeFigureOut">
              <a:rPr lang="ko-KR" altLang="en-US" smtClean="0"/>
              <a:t>2026-04-15(Wed)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B54952-7251-A832-7A86-FA5FAE03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7D7074-7273-F1CC-44C8-954C475A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7426E-D878-489E-970D-E105875EC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54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4B9FE-7773-7DA6-BC81-229EDDCC9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6CE302-DABA-52AA-AA13-62A978FAD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59FC50-B198-5FD0-AC90-56BAE3767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EC5F-BA52-4C97-AA31-E4A02F7FE3A3}" type="datetimeFigureOut">
              <a:rPr lang="ko-KR" altLang="en-US" smtClean="0"/>
              <a:t>2026-04-15(Wed)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17E415-AD1D-CF4A-5CFA-D196B2DBD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712089-4BC5-3837-2F96-AC8F1E68A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7426E-D878-489E-970D-E105875EC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575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CF4BDE-BCBA-5D95-5F53-72019BFB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4553D7-B3F2-2621-DCBE-0CAA7804E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8BBA35-DF17-CA74-BA02-8DA40065B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EC5F-BA52-4C97-AA31-E4A02F7FE3A3}" type="datetimeFigureOut">
              <a:rPr lang="ko-KR" altLang="en-US" smtClean="0"/>
              <a:t>2026-04-15(Wed)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FA8C4C-1280-E8B9-10DF-F7DFD9C5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BC3346-0EEB-22A8-7901-C6E46116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7426E-D878-489E-970D-E105875EC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073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815446-A9AF-8896-3870-BBAC7E70B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2A2B61-0439-4320-9FB4-3FC11573C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EC9C46-09AE-3B7B-8CC2-41FB37B67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50DFF7-48EA-7CE7-521D-D9BA4ECF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EC5F-BA52-4C97-AA31-E4A02F7FE3A3}" type="datetimeFigureOut">
              <a:rPr lang="ko-KR" altLang="en-US" smtClean="0"/>
              <a:t>2026-04-15(Wed)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A7975D-DC49-71A2-6B44-5B70F3785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584AE0-E912-D61F-2C96-84201F440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7426E-D878-489E-970D-E105875EC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678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86824-BB12-714F-7365-047F46483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EA3AA7-A7A7-C28A-FD63-5D709C68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215CCC-5A43-36EC-BB70-131100195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3189EF-5D0B-DBDE-45A0-70835CF8E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E852EE1-8B4F-3C7E-7FBC-3FD1BCB9F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DAA229-FF57-60D6-84E9-846C4AE1A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EC5F-BA52-4C97-AA31-E4A02F7FE3A3}" type="datetimeFigureOut">
              <a:rPr lang="ko-KR" altLang="en-US" smtClean="0"/>
              <a:t>2026-04-15(Wed)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EDD792-FCB5-B283-63CB-8C2F84AF0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E68DFE-B324-0B09-055E-A6E101C4D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7426E-D878-489E-970D-E105875EC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324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82D00E-B122-5DEC-1F61-4D72DC3A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15330CD-63A8-B953-EE31-874220872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EC5F-BA52-4C97-AA31-E4A02F7FE3A3}" type="datetimeFigureOut">
              <a:rPr lang="ko-KR" altLang="en-US" smtClean="0"/>
              <a:t>2026-04-15(Wed)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F42A13-512E-3484-F555-D15A7843E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16E9DB-1584-081A-A5FC-57D8CA6C7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7426E-D878-489E-970D-E105875EC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671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332CDE-DD75-28E1-C170-A9CBB1EF2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EC5F-BA52-4C97-AA31-E4A02F7FE3A3}" type="datetimeFigureOut">
              <a:rPr lang="ko-KR" altLang="en-US" smtClean="0"/>
              <a:t>2026-04-15(Wed)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5A3590-18AC-6877-145A-451195EC2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27A6DC-4547-3BDF-51B9-721BED59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7426E-D878-489E-970D-E105875EC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711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0A865E-878C-FBB6-513B-CDE673D03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4AE5AC-2DC2-F4BD-81A5-6D2F0CC82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C1866A-F4A0-E51C-DBBF-0475D3BC8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0675EB-C7CB-1B29-6E8F-760849CCE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EC5F-BA52-4C97-AA31-E4A02F7FE3A3}" type="datetimeFigureOut">
              <a:rPr lang="ko-KR" altLang="en-US" smtClean="0"/>
              <a:t>2026-04-15(Wed)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2A0871-EBCD-D4A9-0B72-93BC259EE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F0CA2C-6488-71D3-E24B-0A7C9BDBD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7426E-D878-489E-970D-E105875EC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05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BDA58-AFA3-F2C4-AA7E-D923E705C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E506E14-AA91-977D-67A6-C1BF22B44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4627BD-A469-2972-BE2B-8B69C02CC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72C0A7-463C-14B5-7477-1A10C4B27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EC5F-BA52-4C97-AA31-E4A02F7FE3A3}" type="datetimeFigureOut">
              <a:rPr lang="ko-KR" altLang="en-US" smtClean="0"/>
              <a:t>2026-04-15(Wed)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3325AD-1AB3-7DE2-50AF-EC7B96E7B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DD5F6B-EB78-B4F2-A346-2DE9B4BA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7426E-D878-489E-970D-E105875EC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33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5E0F18-7D06-696A-FEEB-9D5912DB8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303E2-73B5-DD1C-15C6-668646E10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FA8E8B-301E-9F03-A4EB-B7CFB34D9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EC5F-BA52-4C97-AA31-E4A02F7FE3A3}" type="datetimeFigureOut">
              <a:rPr lang="ko-KR" altLang="en-US" smtClean="0"/>
              <a:t>2026-04-15(Wed)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9715B-0428-F186-F8EF-E3E6335A0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744CEB-D56D-22F1-5430-83EF3526E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7426E-D878-489E-970D-E105875EC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234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C2153A-48A3-615A-5F0A-6D12C0236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4448F5-94F8-5629-842E-5775FC890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30973C-16B7-0AE6-D8FC-F93FF2C25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EC5F-BA52-4C97-AA31-E4A02F7FE3A3}" type="datetimeFigureOut">
              <a:rPr lang="ko-KR" altLang="en-US" smtClean="0"/>
              <a:t>2026-04-15(Wed)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E87185-465A-D984-633B-DCA6247AF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B446D3-7EDE-8421-E698-2B9D4F1F4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7426E-D878-489E-970D-E105875EC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058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8B21D48-8D49-3B8A-B69C-66BDDFEB8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6C53B7-234F-9EE2-196D-A805FE48D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CC827B-DD27-594B-D1AA-774D92D76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7DEC5F-BA52-4C97-AA31-E4A02F7FE3A3}" type="datetimeFigureOut">
              <a:rPr lang="ko-KR" altLang="en-US" smtClean="0"/>
              <a:t>2026-04-15(Wed)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0F78E0-A516-331D-3DA2-0B87EB9FEC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C6B1A-9977-4C13-FF85-22D10B149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7426E-D878-489E-970D-E105875EC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98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1987BA4-D552-BFF3-FE3F-C1742628A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151" y="1781365"/>
            <a:ext cx="3429297" cy="2705334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65C8F2C-2CFB-9C86-A7D6-9D01E7CD1AA5}"/>
              </a:ext>
            </a:extLst>
          </p:cNvPr>
          <p:cNvGrpSpPr/>
          <p:nvPr/>
        </p:nvGrpSpPr>
        <p:grpSpPr>
          <a:xfrm>
            <a:off x="5318378" y="2518410"/>
            <a:ext cx="1695450" cy="1584960"/>
            <a:chOff x="5318378" y="2518410"/>
            <a:chExt cx="1695450" cy="1584960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60F708E6-BDA1-1288-D014-5E670DF31BC0}"/>
                </a:ext>
              </a:extLst>
            </p:cNvPr>
            <p:cNvSpPr/>
            <p:nvPr/>
          </p:nvSpPr>
          <p:spPr>
            <a:xfrm>
              <a:off x="5318378" y="2518410"/>
              <a:ext cx="1695450" cy="1584960"/>
            </a:xfrm>
            <a:prstGeom prst="roundRect">
              <a:avLst>
                <a:gd name="adj" fmla="val 7644"/>
              </a:avLst>
            </a:prstGeom>
            <a:solidFill>
              <a:srgbClr val="143A5C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A44DF57E-40BA-7361-610C-61218C5192F8}"/>
                </a:ext>
              </a:extLst>
            </p:cNvPr>
            <p:cNvSpPr/>
            <p:nvPr/>
          </p:nvSpPr>
          <p:spPr>
            <a:xfrm rot="10800000">
              <a:off x="5620512" y="3072310"/>
              <a:ext cx="1091184" cy="87172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이등변 삼각형 6">
              <a:extLst>
                <a:ext uri="{FF2B5EF4-FFF2-40B4-BE49-F238E27FC236}">
                  <a16:creationId xmlns:a16="http://schemas.microsoft.com/office/drawing/2014/main" id="{7406F354-6AF6-92C7-67DE-94935F1FC482}"/>
                </a:ext>
              </a:extLst>
            </p:cNvPr>
            <p:cNvSpPr/>
            <p:nvPr/>
          </p:nvSpPr>
          <p:spPr>
            <a:xfrm rot="10800000">
              <a:off x="5620512" y="3072308"/>
              <a:ext cx="1091184" cy="368121"/>
            </a:xfrm>
            <a:prstGeom prst="triangle">
              <a:avLst/>
            </a:prstGeom>
            <a:solidFill>
              <a:srgbClr val="143A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평행 사변형 7">
              <a:extLst>
                <a:ext uri="{FF2B5EF4-FFF2-40B4-BE49-F238E27FC236}">
                  <a16:creationId xmlns:a16="http://schemas.microsoft.com/office/drawing/2014/main" id="{8878664C-BD2B-E6BE-0F7E-E4E023C8AC63}"/>
                </a:ext>
              </a:extLst>
            </p:cNvPr>
            <p:cNvSpPr/>
            <p:nvPr/>
          </p:nvSpPr>
          <p:spPr>
            <a:xfrm rot="5400000">
              <a:off x="5481705" y="2719455"/>
              <a:ext cx="649470" cy="579120"/>
            </a:xfrm>
            <a:prstGeom prst="parallelogram">
              <a:avLst>
                <a:gd name="adj" fmla="val 6824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평행 사변형 8">
              <a:extLst>
                <a:ext uri="{FF2B5EF4-FFF2-40B4-BE49-F238E27FC236}">
                  <a16:creationId xmlns:a16="http://schemas.microsoft.com/office/drawing/2014/main" id="{B99F9C47-DD95-8675-BA23-DB533E147FD2}"/>
                </a:ext>
              </a:extLst>
            </p:cNvPr>
            <p:cNvSpPr/>
            <p:nvPr/>
          </p:nvSpPr>
          <p:spPr>
            <a:xfrm rot="5400000" flipV="1">
              <a:off x="6205605" y="2719455"/>
              <a:ext cx="649470" cy="579120"/>
            </a:xfrm>
            <a:prstGeom prst="parallelogram">
              <a:avLst>
                <a:gd name="adj" fmla="val 6824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5592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 종훈</dc:creator>
  <cp:lastModifiedBy>임 종훈</cp:lastModifiedBy>
  <cp:revision>1</cp:revision>
  <dcterms:created xsi:type="dcterms:W3CDTF">2026-04-15T12:53:49Z</dcterms:created>
  <dcterms:modified xsi:type="dcterms:W3CDTF">2026-04-15T15:21:50Z</dcterms:modified>
</cp:coreProperties>
</file>